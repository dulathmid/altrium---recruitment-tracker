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ALTRIUM HR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Review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Deep-Dive: CV Screening &amp; Last-Reviewed Tracking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71830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553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Dimanthi Hewagama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1572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992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Diheli Abeysinghe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9926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5961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431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54315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Quality Assurance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Roles &amp; Sprint Goal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EEF3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Roles This Sprint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276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Dimanthi Hewagama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75234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stand-ups, coordinated the schedule, and kept the sprint on track.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Diheli Abeysinghe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867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and documented requirements; communicated scope across the team.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745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983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&amp; QA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12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schema, built the CV review/tracking flow, and tested it end-to-end.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23317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Altrium's recruitment-tracking needs, analyze the existing manual process, and deliver Sprint 1's foundation: the product backlog, acceptance criteria, test cases, use case / activity / sequence diagrams, ERD, and low-fidelity wireframes.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55080" y="4343400"/>
            <a:ext cx="48920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526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presentation, we drill into the core feature that directly answers the client's accountability problem — who reviewed a candidate's CV, and when: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5166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Screening &amp; Last-Reviewed Tracking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Backlog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72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HR login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2481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9248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973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Admin: create / edit / deactivate user accounts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2494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Admin: assign role-based permissions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57403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5740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5466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Admin: recruitment activity audit logs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89864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8986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871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create, edit &amp; close job vacancies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22326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22326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958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configurable interview stages per vacancy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4787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5478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520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individual &amp; bulk CV upload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87248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38724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450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candidate database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19709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19709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1696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shortlist / reject candidates after CV review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52170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45217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4942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assign interviewers &amp; hiring managers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84632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484632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18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schedule interviews (date, time, panel, stage)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517093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51709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1435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send interview invitation emails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549554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" y="54955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468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view all candidates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82015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" y="582015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7927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search &amp; filter candidates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" y="614476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0080" y="61447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61173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last-reviewed-CV tracking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63640" y="160020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63640" y="16002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675120" y="15727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view assigned candidates &amp; CVs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63640" y="192481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263640" y="19248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675120" y="18973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record interview feedback (score + notes)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263640" y="224942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263640" y="22494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675120" y="2221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Manager: advance / reject between rounds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63640" y="257403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263640" y="25740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675120" y="25466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retain candidate records after closure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63640" y="289864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263640" y="289864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675120" y="28712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Interviewer: edit own feedback only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263640" y="322326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263640" y="322326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675120" y="31958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modification history (audit trail)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263640" y="354787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263640" y="35478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675120" y="3520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Manager: view feedback across interviewers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263640" y="387248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263640" y="38724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6675120" y="38450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send selection / rejection emails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263640" y="419709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6263640" y="419709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6675120" y="416966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recruitment dashboard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263640" y="452170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263640" y="452170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6675120" y="44942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recruitment KPI monitoring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6263640" y="484632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263640" y="484632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6675120" y="48188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per-vacancy reports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6263640" y="517093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263640" y="51709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6675120" y="51435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export reports as PDF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6263640" y="549554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263640" y="54955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6675120" y="5468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Leadership: org-wide recruitment dashboard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6263640" y="582015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263640" y="582015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6675120" y="579272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candidate history across vacancies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6263640" y="614476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EEF3FE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263640" y="61447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6675120" y="61173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Manager: compare shortlisted candidates</a:t>
            </a:r>
            <a:endParaRPr lang="en-US" sz="1150" dirty="0"/>
          </a:p>
        </p:txBody>
      </p:sp>
      <p:sp>
        <p:nvSpPr>
          <p:cNvPr id="95" name="Shape 93"/>
          <p:cNvSpPr/>
          <p:nvPr/>
        </p:nvSpPr>
        <p:spPr>
          <a:xfrm>
            <a:off x="5989320" y="1554480"/>
            <a:ext cx="0" cy="48920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— CV Screening &amp; Tracking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/sessions/keen-sweet-babbage/mnt/outputs/sprint1_images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59436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669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full system Use Case Diagram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0" y="1417320"/>
            <a:ext cx="4709160" cy="24688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pic>
        <p:nvPicPr>
          <p:cNvPr id="8" name="Image 1" descr="/sessions/keen-sweet-babbage/mnt/outputs/sprint1_images/usecase_cv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54480"/>
            <a:ext cx="3794760" cy="2148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0" y="4023360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EEF3FE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0" y="4023360"/>
            <a:ext cx="54864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86600" y="41148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HR's &lt;&lt;include&gt;&gt; chain: Upload CVs -&gt; Screen CVs -&gt; Shortlist CVs. There is no separate bubble named for last-reviewed tracking — it is part of the Screen CVs use case, the same way Interview Stage Rules extends Manage vacancies.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0" y="534924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EEF3FE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0" y="5349240"/>
            <a:ext cx="54864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086600" y="54406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strong core feature: it is the one use case that produces an audit trail HR, Hiring Managers and Management all rely on — real accountability, not just a workflow step.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 — CV Screening &amp; Tracking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/sessions/keen-sweet-babbage/mnt/outputs/sprint1_images/image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280160"/>
            <a:ext cx="3291840" cy="5120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 — CV Screening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434840" y="1280160"/>
            <a:ext cx="3520440" cy="5120640"/>
          </a:xfrm>
          <a:prstGeom prst="roundRect">
            <a:avLst>
              <a:gd name="adj" fmla="val 1558"/>
            </a:avLst>
          </a:prstGeom>
          <a:solidFill>
            <a:srgbClr val="EEF3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diagram gets right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74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Reject and Shortlist branches converge on “System records last reviewed CV status (reviewer and timestamp)” before Screening complete — this matches the real Candidate.lastCvReviewedByUserId / lastCvReviewedAt fields exactly.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3337560"/>
            <a:ext cx="3063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to own in Q&amp;A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886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here covers writing a review note. The live system has a free-text note field the diagram never shows — an intentional simplification, not a build defect.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83880" y="1280160"/>
            <a:ext cx="3383280" cy="5120640"/>
          </a:xfrm>
          <a:prstGeom prst="roundRect">
            <a:avLst>
              <a:gd name="adj" fmla="val 1622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 for Q&amp;A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18745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ties the “records last reviewed” step to the end of one HR officer's screening decision.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2788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trigger is broader: getCandidate() updates reviewer + timestamp on every GET of a candidate record, by any authenticated role, whether or not a decision is made.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0" y="4023360"/>
            <a:ext cx="288036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41605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this is a deliberate simplification for the diagram's clarity, not a contradiction — the field-level behavior (who/when) is correct, only the trigger scope is narrower on paper than in the build.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ERD — Candidate CV-Review Fields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Sequence Diagram was drawn for this feature in the Sprint 1 document — the ERD is shown here instead, per the brief's “Sequence Diagram (if drawn) / ERD” allowance.</a:t>
            </a:r>
            <a:endParaRPr lang="en-US" sz="1200" dirty="0"/>
          </a:p>
        </p:txBody>
      </p:sp>
      <p:pic>
        <p:nvPicPr>
          <p:cNvPr id="6" name="Image 0" descr="/sessions/keen-sweet-babbage/mnt/outputs/sprint1_images/image2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675120" cy="44805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355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22 — full system ERD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43800" y="1828800"/>
            <a:ext cx="4023360" cy="196596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pic>
        <p:nvPicPr>
          <p:cNvPr id="9" name="Image 1" descr="/sessions/keen-sweet-babbage/mnt/outputs/sprint1_images/erd_candidate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965960"/>
            <a:ext cx="3657600" cy="1691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39776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EEF3FE"/>
          </a:solidFill>
          <a:ln/>
        </p:spPr>
      </p:sp>
      <p:sp>
        <p:nvSpPr>
          <p:cNvPr id="11" name="Shape 7"/>
          <p:cNvSpPr/>
          <p:nvPr/>
        </p:nvSpPr>
        <p:spPr>
          <a:xfrm>
            <a:off x="7543800" y="3977640"/>
            <a:ext cx="54864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72400" y="4069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lastCvReviewedByUserId and lastCvReviewedAt are both shown on Candidate, matching schema.prisma exactly.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543800" y="512064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EF3FE"/>
          </a:solidFill>
          <a:ln/>
        </p:spPr>
      </p:sp>
      <p:sp>
        <p:nvSpPr>
          <p:cNvPr id="14" name="Shape 10"/>
          <p:cNvSpPr/>
          <p:nvPr/>
        </p:nvSpPr>
        <p:spPr>
          <a:xfrm>
            <a:off x="7543800" y="5120640"/>
            <a:ext cx="54864" cy="1600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0" y="5212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own: lastCvReviewNote (the free-text note field) is missing from this box. Schema comment marks it as added in a later frontend-corrections pass, after the original ERD was drawn — a genuine, checkable reason, not an excuse invented after the fact.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— CV Screening &amp; Tracking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642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E7A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642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DATA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664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TCI-35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214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HR Officer → open a candidate who has already been reviewed.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reviewer's name and the review timestamp are displayed on the candidate record.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6642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6642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— NEEDS REWORDING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0" y="1664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TCI-36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2140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HR Officers view the same candidate within a fraction of a second of each other.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claims: “only the most recent review is shown, but both events are retained in review history.” Reality: there is no review-history table — only the single latest reviewer/timestamp is stored, and the second view silently overwrites the first.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08736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873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0873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5445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an Interviewer (not HR) and open a candidate detail page that HR already reviewed.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5166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“Last Reviewed By” switches to the Interviewer's name/time immediately — confirms the trigger is any authenticated role viewing the record, not an HR-only screening action.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886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08736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0873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40873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445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review note on a candidate, then reload the candidate detail page.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166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 persists (Candidate.lastCvReviewNote) and is shown back to any HR user who opens the same record — it is not tied to a single browser session.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TCI-35 and TCI-36 are documented in Sprint1_Manual_Test_Cases.docx (US-15). TCI-36's “review history” claim does not match the schema — flag this before presenting it. The other two cases are new; no such cases existed in the Sprint 1 test suite before this review.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 — Dimanthi Hewagama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held this sprint: Scrum Master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role performed (roles were swapped)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name the second Agile role you covered during Sprint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in both roles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30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concrete win from each role you held.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97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you faced switching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be specific: what was harder than expected?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do differently next sprint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589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actionable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 — Diheli Abeysinghe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held this sprint: Business Analyst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role performed (roles were swapped)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name the second Agile role you covered during Sprint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in both roles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30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concrete win from each role you held.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97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you faced switching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be specific: what was harder than expected?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do differently next sprint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589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actionable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 — Dulathmi Dunuwille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held this sprint: Developer &amp; Quality Assurance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role performed (roles were swapped)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715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name the second Agile role you covered during Sprint 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2826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 in both roles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630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concrete win from each role you held.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970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challenge you faced switching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be specific: what was harder than expected?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114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do differently next sprint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589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— one actionable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(OPTIONAL)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508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10881360" cy="105156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965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Dimanthi Hewagama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9659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and led meetings and stand-ups, coordinated the team's schedule, divided and assigned tasks among members, and kept the sprint on track.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0175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Diheli Abeysinghe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0175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3017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and documented requirements; communicated scope and clarifications across the team.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10881360" cy="105156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69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06908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069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full Prisma/MySQL schema and built the CV screening / last-reviewed tracking flow end-to-end.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20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Dulathmi Dunuwille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51206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512064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tested and verified the CV review flow against the live database, including the reviewer/timestamp overwrite behavior.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also collaboratively contributed to the Product Backlog, WBS, Activity/Use Case/Sequence Diagrams, ERD and Low-Fidelity Wireframes.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2026-09-07T05:32:44Z</dcterms:created>
  <dcterms:modified xsi:type="dcterms:W3CDTF">2026-09-07T05:32:44Z</dcterms:modified>
</cp:coreProperties>
</file>